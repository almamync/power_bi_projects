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22835F-4410-B4AB-16D0-BD7AEBEB0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4679AAA-D645-4893-5295-FB5E7CC772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78C166-B720-8362-C554-15BED50D4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63FE7-6525-40D8-9B8B-3D173C3EDE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B16C3E-74B7-9770-CBD9-CC7E69D3F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450EE9-EEE6-6C4D-C821-901AC20D0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58169-5045-4C0E-9453-3BA27AC2366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46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51E429-9D70-9F77-CDBE-90E203B31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8F7DAD-10D4-0E84-85F0-E8D2D8D96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0D03A2-D9F5-B4C5-228F-B44968B2C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63FE7-6525-40D8-9B8B-3D173C3EDE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296026-402B-CE93-26BC-31DC22F4D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C84B27-8F43-DAD7-2452-B2DAF0B8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58169-5045-4C0E-9453-3BA27AC2366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95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A73949-101F-4496-58DD-7D35BC138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84F6E1-F7E6-50E3-DBBD-97406DF43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7FAD324-7CAD-F0E3-D93E-58C5987EC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63FE7-6525-40D8-9B8B-3D173C3EDE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FCCEEB-1DD6-1375-FFDC-1F82F3840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4BDEC2-C7D6-716D-39E0-9E641F31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58169-5045-4C0E-9453-3BA27AC2366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47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40393F-622C-08F0-0209-584FFB68C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8DB49A-0AFE-F470-E891-6436AFEC2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C81450C-59A4-F9E8-439B-47D2FFF1A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CF8CB2-353B-0418-074E-7513D1389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63FE7-6525-40D8-9B8B-3D173C3EDE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130E07-95AC-1519-D2D9-BFE06CB22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91B866-83AC-B13B-26A7-60EA7D709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58169-5045-4C0E-9453-3BA27AC2366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957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739BBA-7C03-F723-0F4B-8DFB265CD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D0E13C-2CFF-4A5A-5FBD-D0D902276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79F184C-231D-51D2-6CAD-4D7A372B0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D49F1E1-3578-F786-2E71-510D0D0279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961168E-2352-DF49-66A3-BADC59F93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0007010-9335-FAA7-B777-37E93313F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63FE7-6525-40D8-9B8B-3D173C3EDE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B6A5F5F-1E50-261F-76F6-B1C02F1A7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8B5FDED-2E40-0ECA-FCB4-C4DAC436D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58169-5045-4C0E-9453-3BA27AC2366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89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5A6E0-1668-20D5-AD4B-93161D0B8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F00CA0A-5568-5C28-92A1-66EF4B99A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63FE7-6525-40D8-9B8B-3D173C3EDE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3374195-EDD3-E19B-C1F5-E1BBBE3AB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F295E4-DB60-3EA3-8727-ABAE829A1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58169-5045-4C0E-9453-3BA27AC2366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950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6B3CEE9-9BFB-F0AE-9FBF-5DE4373AB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63FE7-6525-40D8-9B8B-3D173C3EDE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BCEA030-E58E-1B32-0CDC-EBFBF180C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56F6A4-79C0-9ED3-DF85-421EF779B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58169-5045-4C0E-9453-3BA27AC2366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320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A79D9F-5156-BAB3-74E6-C2C371ABA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CC3F77-A9F7-DC78-4D5F-A90E0FB27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7698BA6-4F73-F05F-F24F-BB60395BE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ADB843-0E82-DE18-1532-16358D907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63FE7-6525-40D8-9B8B-3D173C3EDE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D35DC07-96ED-6791-876E-458AEEA41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9D550F6-AB39-2F76-4FBF-B24C10552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58169-5045-4C0E-9453-3BA27AC2366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845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CFB2CE-510B-0677-92E9-EAF0B7157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7B02155-3279-BDCF-5DF8-A2DD7250C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0672537-954E-E62C-E748-A259A8253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58036B2-8B4E-65EB-4427-6D851046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63FE7-6525-40D8-9B8B-3D173C3EDE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5D04DA3-0975-2978-C779-4004E86AB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E23CFB-F43F-F729-18D1-D63D25596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58169-5045-4C0E-9453-3BA27AC2366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804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DEE8F6-A983-ACDF-0A50-86558C3AB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044057-C8C1-8141-50B8-255B9470D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93DFE9-9A05-44CC-83CF-B5DD9CC00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63FE7-6525-40D8-9B8B-3D173C3EDE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6F968B-5BD3-4BA0-EB43-6BFD5A004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E16F09-AF01-7A70-F102-E7FB0349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58169-5045-4C0E-9453-3BA27AC2366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392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4D97B9D-0021-141D-742F-218FA433EB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F3A957D-FCFA-69D2-C4F1-D73002B598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9C8AF7-FF3B-AF48-F5EF-E2AAC2801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63FE7-6525-40D8-9B8B-3D173C3EDE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E2317F-C857-FE68-87D0-0768274B7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940CEB-8386-DE72-7398-A62E4A2F2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58169-5045-4C0E-9453-3BA27AC2366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07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8C82DF0-24A1-03AC-3499-D1B849312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AA7D88-1115-94D9-7520-85E89CF5A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3CE55C-3262-E79A-76F3-05D894C0C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563FE7-6525-40D8-9B8B-3D173C3EDE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532C44-C198-A1E9-721A-4730A2D3F0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863B50-5070-2D8C-EF91-342B212F87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58169-5045-4C0E-9453-3BA27AC2366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46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66A11B-6E3E-E6CB-AD7A-A75DAA5890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48549AB-7F11-DCC9-06EF-6206A5812D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FDBC3E9-577B-274D-689A-2B448F088049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33FC65-2BF2-65CF-4620-4105EDD0B4C8}"/>
                </a:ext>
              </a:extLst>
            </p:cNvPr>
            <p:cNvSpPr/>
            <p:nvPr/>
          </p:nvSpPr>
          <p:spPr>
            <a:xfrm>
              <a:off x="0" y="0"/>
              <a:ext cx="12192000" cy="6858001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F496A376-EBA7-E348-FFA4-086C8FC85E62}"/>
                </a:ext>
              </a:extLst>
            </p:cNvPr>
            <p:cNvSpPr/>
            <p:nvPr/>
          </p:nvSpPr>
          <p:spPr>
            <a:xfrm>
              <a:off x="0" y="0"/>
              <a:ext cx="3778786" cy="4087258"/>
            </a:xfrm>
            <a:custGeom>
              <a:avLst/>
              <a:gdLst>
                <a:gd name="connsiteX0" fmla="*/ 0 w 2875402"/>
                <a:gd name="connsiteY0" fmla="*/ 0 h 2610999"/>
                <a:gd name="connsiteX1" fmla="*/ 1678608 w 2875402"/>
                <a:gd name="connsiteY1" fmla="*/ 0 h 2610999"/>
                <a:gd name="connsiteX2" fmla="*/ 1753382 w 2875402"/>
                <a:gd name="connsiteY2" fmla="*/ 25233 h 2610999"/>
                <a:gd name="connsiteX3" fmla="*/ 2875402 w 2875402"/>
                <a:gd name="connsiteY3" fmla="*/ 1197406 h 2610999"/>
                <a:gd name="connsiteX4" fmla="*/ 330506 w 2875402"/>
                <a:gd name="connsiteY4" fmla="*/ 2610999 h 2610999"/>
                <a:gd name="connsiteX5" fmla="*/ 70305 w 2875402"/>
                <a:gd name="connsiteY5" fmla="*/ 2603701 h 2610999"/>
                <a:gd name="connsiteX6" fmla="*/ 0 w 2875402"/>
                <a:gd name="connsiteY6" fmla="*/ 2597741 h 261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75402" h="2610999">
                  <a:moveTo>
                    <a:pt x="0" y="0"/>
                  </a:moveTo>
                  <a:lnTo>
                    <a:pt x="1678608" y="0"/>
                  </a:lnTo>
                  <a:lnTo>
                    <a:pt x="1753382" y="25233"/>
                  </a:lnTo>
                  <a:cubicBezTo>
                    <a:pt x="2430329" y="279265"/>
                    <a:pt x="2875402" y="709465"/>
                    <a:pt x="2875402" y="1197406"/>
                  </a:cubicBezTo>
                  <a:cubicBezTo>
                    <a:pt x="2875402" y="1978112"/>
                    <a:pt x="1736013" y="2610999"/>
                    <a:pt x="330506" y="2610999"/>
                  </a:cubicBezTo>
                  <a:cubicBezTo>
                    <a:pt x="242662" y="2610999"/>
                    <a:pt x="155857" y="2608527"/>
                    <a:pt x="70305" y="2603701"/>
                  </a:cubicBezTo>
                  <a:lnTo>
                    <a:pt x="0" y="2597741"/>
                  </a:ln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26B56F73-B668-50D8-2FB1-4B83F01F2A28}"/>
                </a:ext>
              </a:extLst>
            </p:cNvPr>
            <p:cNvSpPr/>
            <p:nvPr/>
          </p:nvSpPr>
          <p:spPr>
            <a:xfrm rot="10800000">
              <a:off x="5133859" y="-1"/>
              <a:ext cx="7058139" cy="6858000"/>
            </a:xfrm>
            <a:custGeom>
              <a:avLst/>
              <a:gdLst>
                <a:gd name="connsiteX0" fmla="*/ 0 w 2875402"/>
                <a:gd name="connsiteY0" fmla="*/ 0 h 2610999"/>
                <a:gd name="connsiteX1" fmla="*/ 1678608 w 2875402"/>
                <a:gd name="connsiteY1" fmla="*/ 0 h 2610999"/>
                <a:gd name="connsiteX2" fmla="*/ 1753382 w 2875402"/>
                <a:gd name="connsiteY2" fmla="*/ 25233 h 2610999"/>
                <a:gd name="connsiteX3" fmla="*/ 2875402 w 2875402"/>
                <a:gd name="connsiteY3" fmla="*/ 1197406 h 2610999"/>
                <a:gd name="connsiteX4" fmla="*/ 330506 w 2875402"/>
                <a:gd name="connsiteY4" fmla="*/ 2610999 h 2610999"/>
                <a:gd name="connsiteX5" fmla="*/ 70305 w 2875402"/>
                <a:gd name="connsiteY5" fmla="*/ 2603701 h 2610999"/>
                <a:gd name="connsiteX6" fmla="*/ 0 w 2875402"/>
                <a:gd name="connsiteY6" fmla="*/ 2597741 h 261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75402" h="2610999">
                  <a:moveTo>
                    <a:pt x="0" y="0"/>
                  </a:moveTo>
                  <a:lnTo>
                    <a:pt x="1678608" y="0"/>
                  </a:lnTo>
                  <a:lnTo>
                    <a:pt x="1753382" y="25233"/>
                  </a:lnTo>
                  <a:cubicBezTo>
                    <a:pt x="2430329" y="279265"/>
                    <a:pt x="2875402" y="709465"/>
                    <a:pt x="2875402" y="1197406"/>
                  </a:cubicBezTo>
                  <a:cubicBezTo>
                    <a:pt x="2875402" y="1978112"/>
                    <a:pt x="1736013" y="2610999"/>
                    <a:pt x="330506" y="2610999"/>
                  </a:cubicBezTo>
                  <a:cubicBezTo>
                    <a:pt x="242662" y="2610999"/>
                    <a:pt x="155857" y="2608527"/>
                    <a:pt x="70305" y="2603701"/>
                  </a:cubicBezTo>
                  <a:lnTo>
                    <a:pt x="0" y="2597741"/>
                  </a:ln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57CDB131-8AAA-7128-B121-C753367FD981}"/>
                </a:ext>
              </a:extLst>
            </p:cNvPr>
            <p:cNvSpPr/>
            <p:nvPr/>
          </p:nvSpPr>
          <p:spPr>
            <a:xfrm>
              <a:off x="187287" y="352539"/>
              <a:ext cx="11567711" cy="6345716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66E0BEF1-A594-6318-0A44-2F742A44A1F4}"/>
                </a:ext>
              </a:extLst>
            </p:cNvPr>
            <p:cNvSpPr/>
            <p:nvPr/>
          </p:nvSpPr>
          <p:spPr>
            <a:xfrm>
              <a:off x="352540" y="494095"/>
              <a:ext cx="11292289" cy="6031735"/>
            </a:xfrm>
            <a:prstGeom prst="round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2C26D572-B4C7-4447-2117-3BE0077B6FC4}"/>
                </a:ext>
              </a:extLst>
            </p:cNvPr>
            <p:cNvSpPr/>
            <p:nvPr/>
          </p:nvSpPr>
          <p:spPr>
            <a:xfrm>
              <a:off x="2225407" y="505111"/>
              <a:ext cx="9419422" cy="6031735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0769003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Almamy Camara</dc:creator>
  <cp:lastModifiedBy>Almamy Camara</cp:lastModifiedBy>
  <cp:revision>3</cp:revision>
  <dcterms:created xsi:type="dcterms:W3CDTF">2025-11-01T12:34:56Z</dcterms:created>
  <dcterms:modified xsi:type="dcterms:W3CDTF">2025-11-01T13:17:55Z</dcterms:modified>
</cp:coreProperties>
</file>