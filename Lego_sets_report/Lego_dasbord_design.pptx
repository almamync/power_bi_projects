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5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7F3F-56D7-A172-92EA-DF695D1ED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4A4B7-5B34-2265-0777-911F722F1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9BF1-9965-F385-7735-9A006B31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2E0B3-158A-0893-B935-D4E0A883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5F771-53BD-8DB5-7FE8-87876E6C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7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1464-B5B3-E3D4-ED9E-C3A194DE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F5881-A17B-3140-D136-9C0D35663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80D4-2730-0238-87E3-32731572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BC41C-95E3-629F-2AB2-4C7AD715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2B392-1711-E99A-38B9-990F101B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5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31EC-7EA6-3105-2464-62D135135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289DD-3CF3-1B8E-15EA-F1B1CDF41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ADC44-4DBE-5238-16DB-E4A874C9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456FF-3D1D-3D7A-A77A-1D4EA67F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F253-5E5B-2B5F-C942-5F73EF38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8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D447-73DB-AD18-A9D0-BC0450DE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436A-2EB4-0ACE-DA1B-E45C9D0E9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650F7-1D7C-B59F-BCF0-7FC199F4F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867B8-155D-5EEB-8849-D159DFA1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9A90E-4FED-64A9-2741-705CBE61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5F58A-6F26-D69C-D9E9-D4199EB2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41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435A-B0EF-10E0-A99C-E644B73B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716E-98C8-3EED-9DBA-0434CF0B3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225E5-B3AD-4D56-B639-C3121A8A3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68BF6B-7B1C-53A8-D932-C2A759E44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C1D0E-BC33-5599-51E0-87059C073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A70F0-05D1-7689-7452-80DA823D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DB5892-5B6F-049A-5F39-2B077EBE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AB594-3A85-10E3-52FD-B60AF5F9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5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A7512-F122-9EB6-494E-6C4F50CC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E7A19-D623-5482-F370-C2FDC98A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6363A-D68D-C220-4A7E-8404A514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A40F6-02E2-53CD-3C4E-AAC17E87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8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93FE5-47BB-9ACA-32C0-054AECB9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B756A-E52F-F8A1-559D-7CCF5975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645DE-DC35-3019-3828-71AB6F5D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7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0F1D-4BD1-48B6-01C5-F2BF64BF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C8CC7-CD8C-9B17-E16E-E9F7A6657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72BEB-505C-A01C-D2C2-0D424028D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4A88A-1239-0942-5F09-0520B229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A03C2-76B0-F45B-3A79-C6D95467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8CCDB-4BAA-4509-AE9F-7FCFE8D3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0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FA030-09EA-8D36-EFEB-68FB1296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AA3D4-D6BE-E60D-9E0B-D2AA857AA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F589-E03F-9107-2827-1E46E3558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27EB3-C133-782B-13F9-08544CDB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B1D69-A430-F2FD-C3C8-9F56CAF6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85FBB-F837-4F56-B169-E78CA976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4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29EF-CBFA-B9BC-7955-F918929C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1652E-C34A-2AF6-685F-97A7A63D1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903E7-2733-7418-8DA2-48EB317C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EDFA7-4C6E-56F3-47B9-7C15A9AD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D568E-CA9F-042E-E004-CF51F6FFD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B8E35-8B6B-C6BE-C648-257E6D5E8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76E64-4A7E-4FC9-04A1-FD0FBEB0D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423EE-261A-B701-229D-05D625DE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2858-28F5-A53D-1C09-E4E7DEC3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1284F-DF60-F110-9284-CA11D01F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9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DED29-8DB1-30AD-12DC-CD44B8F2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895F5-EBB1-8B73-6F36-D497CEAA4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B527-597C-792F-DA16-A7A168737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129E2-DF46-46B4-9316-81C6C467CAD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2C7F-F50C-0AAE-219A-A1C3EF1F5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E2D7-66CC-0000-A8C5-26F44C487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189CF-EA0C-4E35-A35D-2BA07D5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8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ACED-5CAE-07F3-9E95-94B0F2950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E8588-7A37-1D30-D92C-DC3582B5F3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63D67-1F79-2055-4068-58ED61FF06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330F1-E01A-CEF6-D10C-80E0F5BB12FD}"/>
              </a:ext>
            </a:extLst>
          </p:cNvPr>
          <p:cNvSpPr/>
          <p:nvPr/>
        </p:nvSpPr>
        <p:spPr>
          <a:xfrm>
            <a:off x="0" y="6431973"/>
            <a:ext cx="12105409" cy="426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74D3E5-6856-4C6B-7E98-40F467F3DAEC}"/>
              </a:ext>
            </a:extLst>
          </p:cNvPr>
          <p:cNvSpPr/>
          <p:nvPr/>
        </p:nvSpPr>
        <p:spPr>
          <a:xfrm>
            <a:off x="0" y="0"/>
            <a:ext cx="12192000" cy="6418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0AE5A6-C7C7-AC3D-118F-19CFDD2C80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08" y="-300527"/>
            <a:ext cx="2273536" cy="20544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55D792-05CB-FDB5-9316-BD131E310D3D}"/>
              </a:ext>
            </a:extLst>
          </p:cNvPr>
          <p:cNvSpPr/>
          <p:nvPr/>
        </p:nvSpPr>
        <p:spPr>
          <a:xfrm>
            <a:off x="2723256" y="320919"/>
            <a:ext cx="2743200" cy="1371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3FCA1F-06F4-8859-C5ED-0840C51A789D}"/>
              </a:ext>
            </a:extLst>
          </p:cNvPr>
          <p:cNvSpPr/>
          <p:nvPr/>
        </p:nvSpPr>
        <p:spPr>
          <a:xfrm>
            <a:off x="5841842" y="320919"/>
            <a:ext cx="2743200" cy="1371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9B9EF3-F133-50B0-43DA-BB18C31C1AEC}"/>
              </a:ext>
            </a:extLst>
          </p:cNvPr>
          <p:cNvSpPr/>
          <p:nvPr/>
        </p:nvSpPr>
        <p:spPr>
          <a:xfrm>
            <a:off x="8950693" y="350893"/>
            <a:ext cx="2743200" cy="1371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F27FD9-23AD-8CA9-35E1-B14777BD5DB3}"/>
              </a:ext>
            </a:extLst>
          </p:cNvPr>
          <p:cNvSpPr/>
          <p:nvPr/>
        </p:nvSpPr>
        <p:spPr>
          <a:xfrm>
            <a:off x="737008" y="1903790"/>
            <a:ext cx="8086934" cy="4753395"/>
          </a:xfrm>
          <a:prstGeom prst="roundRect">
            <a:avLst>
              <a:gd name="adj" fmla="val 8020"/>
            </a:avLst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perspectiveFront"/>
            <a:lightRig rig="threePt" dir="t"/>
          </a:scene3d>
          <a:sp3d>
            <a:bevelT w="6350"/>
            <a:bevelB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E7FAD4-C9E0-ACCC-155B-B97A104546BB}"/>
              </a:ext>
            </a:extLst>
          </p:cNvPr>
          <p:cNvSpPr/>
          <p:nvPr/>
        </p:nvSpPr>
        <p:spPr>
          <a:xfrm>
            <a:off x="9008261" y="1903790"/>
            <a:ext cx="2775649" cy="4721946"/>
          </a:xfrm>
          <a:prstGeom prst="roundRect">
            <a:avLst>
              <a:gd name="adj" fmla="val 8020"/>
            </a:avLst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perspectiveFront"/>
            <a:lightRig rig="threePt" dir="t"/>
          </a:scene3d>
          <a:sp3d>
            <a:bevelT w="6350"/>
            <a:bevelB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8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ALMAMY CAMARA</dc:creator>
  <cp:lastModifiedBy>ALMAMY CAMARA</cp:lastModifiedBy>
  <cp:revision>1</cp:revision>
  <dcterms:created xsi:type="dcterms:W3CDTF">2025-11-13T05:10:18Z</dcterms:created>
  <dcterms:modified xsi:type="dcterms:W3CDTF">2025-11-13T05:10:57Z</dcterms:modified>
</cp:coreProperties>
</file>